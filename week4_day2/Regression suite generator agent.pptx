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2166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2893-35D5-B711-C312-9D5904DE0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A1EDF-AC88-1929-4077-4174ED2D1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92531-3F4F-04F2-F8BB-9D9063ECE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9C9EF-1CFF-B177-986E-B1EEECED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E5C9A-6DCA-F9B1-520C-714F250D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4B190-8838-FA2D-FE1E-5865F2AC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822B-DF6C-A082-CBDF-CB34E9290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C2592-9A3D-3334-BB65-941862B4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BF340-813C-85CE-25D5-D1166C5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2E734-F9E9-D7C3-E9C8-C28442A3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15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AABEF-E22C-F6C4-A162-3C40D6E0F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DB3C8-E8C0-E4F2-831A-27D592EBA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6BA50-E1DB-4619-D94F-959BF1E30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EFE39-D04C-F9AD-32D4-C0B8ED7B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78546-F6E4-0389-93F6-9073B412B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9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5F6F2-5C9E-6A46-4389-62FD6E572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1E4E7-4918-83FE-597E-E1601DFFB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26C29-682A-D89A-4887-535B57F52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09708-1C4A-A220-C5CC-F0E499DF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ECD7E-33EE-177F-252D-8A497004F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AADEC-96FD-EAA4-B1D4-730663E0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56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85E16-59FE-EA32-0BB8-48F1AD4D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5FB0E-9ABD-D7AD-BA9A-4ECEEB33D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3BF55-CA91-006C-BD17-256E07A84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242347-2F81-350E-E968-F74562A55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228CF-5770-4791-3956-869E5B478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4DD52-099C-1B7C-A1F4-397AAC3CF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8FF4D-6DD6-6876-B9DD-338AE99A4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E4795-F752-AB54-D61F-948CEA31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23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258AE-4CEE-90E7-BCBC-89DE16F0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DB9F6-CA56-A1CF-6367-3CE9B264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B8CFF-2D58-E5CD-45D9-3FA70DEF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94578-5404-9072-FCDB-15D71D660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DC120-8DF5-A5B8-A4B1-B67D10511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E231B-BB98-64B4-AB64-F7040FD4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FE9C9-B0D2-DC44-FEA6-6F51CA8A4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6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A166-42E1-9C5E-EA24-7E6C5916F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953B-8ED1-E13A-F3E7-B618F3661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1BFD5-8444-3DAC-4977-129276226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E696D-70AC-7BA0-1AD5-53666C57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FA58E-7E0B-0E08-B279-907C8CB4B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A7B26-32FA-044D-AF78-7F079409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9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D9EFF-790E-F95B-168C-23D6AA28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9EF8B8-9CC6-C3BA-5CE1-F1D443A03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341A5-B3B1-F372-99F8-D57069EE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423CB-AC5D-1E3D-533F-091F1781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F1963-BFAE-5523-920B-CC4B27B8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B1195-46F9-BF9A-CF0E-20CD66E1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9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F657-6BE7-EA0D-4D56-D7F1988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1DA97-2AF4-3284-69E1-1E15194AB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C2157-1F1A-0278-FE49-9302C9FF5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47134-E8EA-A0A4-335C-8FB0433B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1326-1795-FA24-4DAC-2AD2AA266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57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6E1DE-4201-16CE-4BF8-2568CD18E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1D30B-1C8F-5779-3497-487E42561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ABB99-9AF3-F565-3D18-28CB9A667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8C471-0B57-FF07-B090-B11CD98E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DA42E-9AB4-31D4-0C4C-78F770AC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2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EE3E4-58DE-298B-CACF-020352D68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0ABC1-FB8C-3BF2-244B-EDE73E688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51DE1-D7FE-0A2A-3DF8-664B78061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3095C-AA88-4E5F-B1C9-58AF5F5F611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24BA4-4ED5-4A54-34C8-C75DDCAC1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75D8D-E46F-7AFB-D52F-1C58C498E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E62CA-1471-4CA3-885A-EF6B8376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98A9E-8F01-A76F-5620-66D477EC3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Regression suite generator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70320-931B-637A-63C1-F95BAF753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Jancy</a:t>
            </a:r>
          </a:p>
        </p:txBody>
      </p:sp>
    </p:spTree>
    <p:extLst>
      <p:ext uri="{BB962C8B-B14F-4D97-AF65-F5344CB8AC3E}">
        <p14:creationId xmlns:p14="http://schemas.microsoft.com/office/powerpoint/2010/main" val="81922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52D7-2C1B-97B6-15F6-9FC80678E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Usecase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F23EB-2882-6EBE-7925-341C4E4F2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 to collect the suitable regression suite for the release version change</a:t>
            </a:r>
          </a:p>
        </p:txBody>
      </p:sp>
    </p:spTree>
    <p:extLst>
      <p:ext uri="{BB962C8B-B14F-4D97-AF65-F5344CB8AC3E}">
        <p14:creationId xmlns:p14="http://schemas.microsoft.com/office/powerpoint/2010/main" val="2660673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18AD-15B0-14F9-2C23-B1D0F4B3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26388-0D3B-3557-1D61-281107AD1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test repository with ~20k testcases even with feature-based grouping leads to incomplete regression suite creation.</a:t>
            </a:r>
          </a:p>
          <a:p>
            <a:r>
              <a:rPr lang="en-US" dirty="0"/>
              <a:t>Causing impact area gaps and production leakage</a:t>
            </a:r>
          </a:p>
        </p:txBody>
      </p:sp>
    </p:spTree>
    <p:extLst>
      <p:ext uri="{BB962C8B-B14F-4D97-AF65-F5344CB8AC3E}">
        <p14:creationId xmlns:p14="http://schemas.microsoft.com/office/powerpoint/2010/main" val="301498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B677-BA0C-0472-B68F-09E0662A7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5F3D6-097E-9FD2-59D4-B489F6EEB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agent will address the key issue of cutting-edge regression suite – tight framed which does real ROI for the time invested</a:t>
            </a:r>
          </a:p>
          <a:p>
            <a:r>
              <a:rPr lang="en-US" dirty="0"/>
              <a:t>Based on the most repeated testcases (Priority cases can be identified for automation if not done already)</a:t>
            </a:r>
          </a:p>
          <a:p>
            <a:r>
              <a:rPr lang="en-US" dirty="0"/>
              <a:t>Would be able to clean up the redundant hidden cases developed adding dead weight to the suite</a:t>
            </a:r>
          </a:p>
        </p:txBody>
      </p:sp>
    </p:spTree>
    <p:extLst>
      <p:ext uri="{BB962C8B-B14F-4D97-AF65-F5344CB8AC3E}">
        <p14:creationId xmlns:p14="http://schemas.microsoft.com/office/powerpoint/2010/main" val="210374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0B82-790F-AE28-CD33-284454BB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52665-0049-CB0B-881C-E73DC2BB4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Input for the agent</a:t>
            </a:r>
          </a:p>
          <a:p>
            <a:r>
              <a:rPr lang="en-US" dirty="0"/>
              <a:t>Testcases exported from </a:t>
            </a:r>
            <a:r>
              <a:rPr lang="en-US" dirty="0" err="1"/>
              <a:t>jira</a:t>
            </a:r>
            <a:r>
              <a:rPr lang="en-US" dirty="0"/>
              <a:t> as organization doesn’t allow </a:t>
            </a:r>
            <a:r>
              <a:rPr lang="en-US" dirty="0" err="1"/>
              <a:t>llm</a:t>
            </a:r>
            <a:r>
              <a:rPr lang="en-US" dirty="0"/>
              <a:t> usage </a:t>
            </a:r>
          </a:p>
          <a:p>
            <a:r>
              <a:rPr lang="en-US" dirty="0"/>
              <a:t>Currently testcases are labelled and classified based on the components in AUT</a:t>
            </a:r>
          </a:p>
          <a:p>
            <a:r>
              <a:rPr lang="en-US" dirty="0"/>
              <a:t>No prioritization present</a:t>
            </a:r>
          </a:p>
          <a:p>
            <a:r>
              <a:rPr lang="en-US" dirty="0"/>
              <a:t>Additional classification – UI/DB/API/Performance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Expected output:</a:t>
            </a:r>
          </a:p>
          <a:p>
            <a:r>
              <a:rPr lang="en-US" dirty="0"/>
              <a:t>Regression collection based on the component/label/search key (BM25 search)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48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Regression suite generator agent</vt:lpstr>
      <vt:lpstr>Usecase</vt:lpstr>
      <vt:lpstr>Problem statement</vt:lpstr>
      <vt:lpstr>Outcome</vt:lpstr>
      <vt:lpstr>Persistent source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JANCYARASU</dc:creator>
  <cp:lastModifiedBy>JANCYARASU</cp:lastModifiedBy>
  <cp:revision>1</cp:revision>
  <dcterms:created xsi:type="dcterms:W3CDTF">2026-02-25T18:24:50Z</dcterms:created>
  <dcterms:modified xsi:type="dcterms:W3CDTF">2026-02-25T18:25:03Z</dcterms:modified>
</cp:coreProperties>
</file>